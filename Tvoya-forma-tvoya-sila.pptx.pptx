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6858000" cy="9144000"/>
  <p:embeddedFontLst>
    <p:embeddedFont>
      <p:font typeface="Arimo Bold" panose="020B0604020202020204" charset="0"/>
      <p:regular r:id="rId6"/>
    </p:embeddedFont>
    <p:embeddedFont>
      <p:font typeface="Tomorrow" panose="020B0604020202020204" charset="0"/>
      <p:regular r:id="rId7"/>
    </p:embeddedFont>
    <p:embeddedFont>
      <p:font typeface="Tomorrow Bold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4" d="100"/>
          <a:sy n="44" d="100"/>
        </p:scale>
        <p:origin x="876" y="1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font" Target="fonts/font2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theme" Target="theme/theme1.xml"/><Relationship Id="rId5" Type="http://schemas.openxmlformats.org/officeDocument/2006/relationships/notesMaster" Target="notesMasters/notesMaster1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04.11.2025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apple.com/app-store/" TargetMode="External"/><Relationship Id="rId5" Type="http://schemas.openxmlformats.org/officeDocument/2006/relationships/image" Target="../media/image2.png"/><Relationship Id="rId10" Type="http://schemas.openxmlformats.org/officeDocument/2006/relationships/image" Target="../media/image4.png"/><Relationship Id="rId4" Type="http://schemas.openxmlformats.org/officeDocument/2006/relationships/hyperlink" Target="https://play.google.com/store/apps?hl=ru" TargetMode="External"/><Relationship Id="rId9" Type="http://schemas.openxmlformats.org/officeDocument/2006/relationships/slide" Target="slide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EFEFEF"/>
            </a:solidFill>
          </p:spPr>
        </p:sp>
      </p:grpSp>
      <p:sp>
        <p:nvSpPr>
          <p:cNvPr id="4" name="TextBox 4"/>
          <p:cNvSpPr txBox="1"/>
          <p:nvPr/>
        </p:nvSpPr>
        <p:spPr>
          <a:xfrm>
            <a:off x="1028700" y="1775294"/>
            <a:ext cx="8368605" cy="914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1">
                <a:solidFill>
                  <a:srgbClr val="1D1D1B"/>
                </a:solidFill>
                <a:latin typeface="Tomorrow Bold"/>
                <a:ea typeface="Tomorrow Bold"/>
                <a:cs typeface="Tomorrow Bold"/>
                <a:sym typeface="Tomorrow Bold"/>
              </a:rPr>
              <a:t>Твоя форма — твоя сила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-2292212"/>
            <a:ext cx="18408087" cy="14151217"/>
          </a:xfrm>
          <a:custGeom>
            <a:avLst/>
            <a:gdLst/>
            <a:ahLst/>
            <a:cxnLst/>
            <a:rect l="l" t="t" r="r" b="b"/>
            <a:pathLst>
              <a:path w="18408087" h="14151217">
                <a:moveTo>
                  <a:pt x="0" y="0"/>
                </a:moveTo>
                <a:lnTo>
                  <a:pt x="18408087" y="0"/>
                </a:lnTo>
                <a:lnTo>
                  <a:pt x="18408087" y="14151217"/>
                </a:lnTo>
                <a:lnTo>
                  <a:pt x="0" y="141512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779381" y="8472085"/>
            <a:ext cx="3086100" cy="2121694"/>
            <a:chOff x="0" y="0"/>
            <a:chExt cx="609600" cy="4191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09600" cy="419100"/>
            </a:xfrm>
            <a:custGeom>
              <a:avLst/>
              <a:gdLst/>
              <a:ahLst/>
              <a:cxnLst/>
              <a:rect l="l" t="t" r="r" b="b"/>
              <a:pathLst>
                <a:path w="609600" h="419100">
                  <a:moveTo>
                    <a:pt x="47037" y="0"/>
                  </a:moveTo>
                  <a:lnTo>
                    <a:pt x="397565" y="0"/>
                  </a:lnTo>
                  <a:cubicBezTo>
                    <a:pt x="514669" y="0"/>
                    <a:pt x="609600" y="93819"/>
                    <a:pt x="609600" y="209550"/>
                  </a:cubicBezTo>
                  <a:cubicBezTo>
                    <a:pt x="609600" y="325281"/>
                    <a:pt x="514669" y="419100"/>
                    <a:pt x="397565" y="419100"/>
                  </a:cubicBezTo>
                  <a:lnTo>
                    <a:pt x="47037" y="419100"/>
                  </a:lnTo>
                  <a:cubicBezTo>
                    <a:pt x="34562" y="419100"/>
                    <a:pt x="22598" y="414144"/>
                    <a:pt x="13777" y="405323"/>
                  </a:cubicBezTo>
                  <a:cubicBezTo>
                    <a:pt x="4956" y="396502"/>
                    <a:pt x="0" y="384538"/>
                    <a:pt x="0" y="372063"/>
                  </a:cubicBezTo>
                  <a:lnTo>
                    <a:pt x="0" y="47037"/>
                  </a:lnTo>
                  <a:cubicBezTo>
                    <a:pt x="0" y="34562"/>
                    <a:pt x="4956" y="22598"/>
                    <a:pt x="13777" y="13777"/>
                  </a:cubicBezTo>
                  <a:cubicBezTo>
                    <a:pt x="22598" y="4956"/>
                    <a:pt x="34562" y="0"/>
                    <a:pt x="47037" y="0"/>
                  </a:cubicBezTo>
                  <a:close/>
                </a:path>
              </a:pathLst>
            </a:custGeom>
            <a:solidFill>
              <a:srgbClr val="0C0C0C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25400" y="-57150"/>
              <a:ext cx="381000" cy="47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34"/>
                </a:lnSpc>
              </a:pPr>
              <a:endParaRPr/>
            </a:p>
          </p:txBody>
        </p:sp>
      </p:grpSp>
      <p:sp>
        <p:nvSpPr>
          <p:cNvPr id="9" name="Freeform 9">
            <a:hlinkClick r:id="rId4"/>
          </p:cNvPr>
          <p:cNvSpPr/>
          <p:nvPr/>
        </p:nvSpPr>
        <p:spPr>
          <a:xfrm>
            <a:off x="365056" y="6656415"/>
            <a:ext cx="2141031" cy="2141031"/>
          </a:xfrm>
          <a:custGeom>
            <a:avLst/>
            <a:gdLst/>
            <a:ahLst/>
            <a:cxnLst/>
            <a:rect l="l" t="t" r="r" b="b"/>
            <a:pathLst>
              <a:path w="2141031" h="2141031">
                <a:moveTo>
                  <a:pt x="0" y="0"/>
                </a:moveTo>
                <a:lnTo>
                  <a:pt x="2141031" y="0"/>
                </a:lnTo>
                <a:lnTo>
                  <a:pt x="2141031" y="2141031"/>
                </a:lnTo>
                <a:lnTo>
                  <a:pt x="0" y="214103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0" name="Freeform 10">
            <a:hlinkClick r:id="rId6"/>
          </p:cNvPr>
          <p:cNvSpPr/>
          <p:nvPr/>
        </p:nvSpPr>
        <p:spPr>
          <a:xfrm>
            <a:off x="2506087" y="7012699"/>
            <a:ext cx="1428464" cy="1428464"/>
          </a:xfrm>
          <a:custGeom>
            <a:avLst/>
            <a:gdLst/>
            <a:ahLst/>
            <a:cxnLst/>
            <a:rect l="l" t="t" r="r" b="b"/>
            <a:pathLst>
              <a:path w="1428464" h="1428464">
                <a:moveTo>
                  <a:pt x="0" y="0"/>
                </a:moveTo>
                <a:lnTo>
                  <a:pt x="1428464" y="0"/>
                </a:lnTo>
                <a:lnTo>
                  <a:pt x="1428464" y="1428464"/>
                </a:lnTo>
                <a:lnTo>
                  <a:pt x="0" y="142846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1" name="Group 11"/>
          <p:cNvGrpSpPr/>
          <p:nvPr/>
        </p:nvGrpSpPr>
        <p:grpSpPr>
          <a:xfrm rot="-5480286">
            <a:off x="-16652" y="3722550"/>
            <a:ext cx="3086100" cy="2121694"/>
            <a:chOff x="0" y="0"/>
            <a:chExt cx="609600" cy="4191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09600" cy="419100"/>
            </a:xfrm>
            <a:custGeom>
              <a:avLst/>
              <a:gdLst/>
              <a:ahLst/>
              <a:cxnLst/>
              <a:rect l="l" t="t" r="r" b="b"/>
              <a:pathLst>
                <a:path w="609600" h="419100">
                  <a:moveTo>
                    <a:pt x="47037" y="0"/>
                  </a:moveTo>
                  <a:lnTo>
                    <a:pt x="397565" y="0"/>
                  </a:lnTo>
                  <a:cubicBezTo>
                    <a:pt x="514669" y="0"/>
                    <a:pt x="609600" y="93819"/>
                    <a:pt x="609600" y="209550"/>
                  </a:cubicBezTo>
                  <a:cubicBezTo>
                    <a:pt x="609600" y="325281"/>
                    <a:pt x="514669" y="419100"/>
                    <a:pt x="397565" y="419100"/>
                  </a:cubicBezTo>
                  <a:lnTo>
                    <a:pt x="47037" y="419100"/>
                  </a:lnTo>
                  <a:cubicBezTo>
                    <a:pt x="34562" y="419100"/>
                    <a:pt x="22598" y="414144"/>
                    <a:pt x="13777" y="405323"/>
                  </a:cubicBezTo>
                  <a:cubicBezTo>
                    <a:pt x="4956" y="396502"/>
                    <a:pt x="0" y="384538"/>
                    <a:pt x="0" y="372063"/>
                  </a:cubicBezTo>
                  <a:lnTo>
                    <a:pt x="0" y="47037"/>
                  </a:lnTo>
                  <a:cubicBezTo>
                    <a:pt x="0" y="34562"/>
                    <a:pt x="4956" y="22598"/>
                    <a:pt x="13777" y="13777"/>
                  </a:cubicBezTo>
                  <a:cubicBezTo>
                    <a:pt x="22598" y="4956"/>
                    <a:pt x="34562" y="0"/>
                    <a:pt x="47037" y="0"/>
                  </a:cubicBezTo>
                  <a:close/>
                </a:path>
              </a:pathLst>
            </a:custGeom>
            <a:solidFill>
              <a:srgbClr val="0C0C0C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25400" y="-57150"/>
              <a:ext cx="381000" cy="47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34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90147" y="5886587"/>
            <a:ext cx="3293741" cy="769828"/>
            <a:chOff x="0" y="0"/>
            <a:chExt cx="4391655" cy="1026437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4391655" cy="1026437"/>
              <a:chOff x="0" y="0"/>
              <a:chExt cx="367786" cy="85961"/>
            </a:xfrm>
          </p:grpSpPr>
          <p:sp>
            <p:nvSpPr>
              <p:cNvPr id="16" name="Freeform 16">
                <a:hlinkClick r:id="rId4"/>
              </p:cNvPr>
              <p:cNvSpPr/>
              <p:nvPr/>
            </p:nvSpPr>
            <p:spPr>
              <a:xfrm>
                <a:off x="0" y="0"/>
                <a:ext cx="367786" cy="85961"/>
              </a:xfrm>
              <a:custGeom>
                <a:avLst/>
                <a:gdLst/>
                <a:ahLst/>
                <a:cxnLst/>
                <a:rect l="l" t="t" r="r" b="b"/>
                <a:pathLst>
                  <a:path w="367786" h="85961">
                    <a:moveTo>
                      <a:pt x="42980" y="0"/>
                    </a:moveTo>
                    <a:lnTo>
                      <a:pt x="324806" y="0"/>
                    </a:lnTo>
                    <a:cubicBezTo>
                      <a:pt x="336205" y="0"/>
                      <a:pt x="347137" y="4528"/>
                      <a:pt x="355198" y="12589"/>
                    </a:cubicBezTo>
                    <a:cubicBezTo>
                      <a:pt x="363258" y="20649"/>
                      <a:pt x="367786" y="31581"/>
                      <a:pt x="367786" y="42980"/>
                    </a:cubicBezTo>
                    <a:lnTo>
                      <a:pt x="367786" y="42980"/>
                    </a:lnTo>
                    <a:cubicBezTo>
                      <a:pt x="367786" y="66718"/>
                      <a:pt x="348543" y="85961"/>
                      <a:pt x="324806" y="85961"/>
                    </a:cubicBezTo>
                    <a:lnTo>
                      <a:pt x="42980" y="85961"/>
                    </a:lnTo>
                    <a:cubicBezTo>
                      <a:pt x="31581" y="85961"/>
                      <a:pt x="20649" y="81432"/>
                      <a:pt x="12589" y="73372"/>
                    </a:cubicBezTo>
                    <a:cubicBezTo>
                      <a:pt x="4528" y="65312"/>
                      <a:pt x="0" y="54379"/>
                      <a:pt x="0" y="42980"/>
                    </a:cubicBezTo>
                    <a:lnTo>
                      <a:pt x="0" y="42980"/>
                    </a:lnTo>
                    <a:cubicBezTo>
                      <a:pt x="0" y="31581"/>
                      <a:pt x="4528" y="20649"/>
                      <a:pt x="12589" y="12589"/>
                    </a:cubicBezTo>
                    <a:cubicBezTo>
                      <a:pt x="20649" y="4528"/>
                      <a:pt x="31581" y="0"/>
                      <a:pt x="42980" y="0"/>
                    </a:cubicBezTo>
                    <a:close/>
                  </a:path>
                </a:pathLst>
              </a:custGeom>
              <a:solidFill>
                <a:srgbClr val="292929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0" y="-57150"/>
                <a:ext cx="367786" cy="143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3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TextBox 18"/>
            <p:cNvSpPr txBox="1"/>
            <p:nvPr/>
          </p:nvSpPr>
          <p:spPr>
            <a:xfrm>
              <a:off x="448671" y="-6144"/>
              <a:ext cx="3494312" cy="943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86"/>
                </a:lnSpc>
              </a:pPr>
              <a:r>
                <a:rPr lang="en-US" sz="4204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Download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779381" y="4783397"/>
            <a:ext cx="3293741" cy="769816"/>
            <a:chOff x="0" y="0"/>
            <a:chExt cx="4391655" cy="1026421"/>
          </a:xfrm>
        </p:grpSpPr>
        <p:grpSp>
          <p:nvGrpSpPr>
            <p:cNvPr id="20" name="Group 20"/>
            <p:cNvGrpSpPr/>
            <p:nvPr/>
          </p:nvGrpSpPr>
          <p:grpSpPr>
            <a:xfrm>
              <a:off x="0" y="0"/>
              <a:ext cx="4391655" cy="1026421"/>
              <a:chOff x="0" y="0"/>
              <a:chExt cx="367786" cy="85959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367786" cy="85959"/>
              </a:xfrm>
              <a:custGeom>
                <a:avLst/>
                <a:gdLst/>
                <a:ahLst/>
                <a:cxnLst/>
                <a:rect l="l" t="t" r="r" b="b"/>
                <a:pathLst>
                  <a:path w="367786" h="85959">
                    <a:moveTo>
                      <a:pt x="42980" y="0"/>
                    </a:moveTo>
                    <a:lnTo>
                      <a:pt x="324807" y="0"/>
                    </a:lnTo>
                    <a:cubicBezTo>
                      <a:pt x="348544" y="0"/>
                      <a:pt x="367786" y="19243"/>
                      <a:pt x="367786" y="42980"/>
                    </a:cubicBezTo>
                    <a:lnTo>
                      <a:pt x="367786" y="42980"/>
                    </a:lnTo>
                    <a:cubicBezTo>
                      <a:pt x="367786" y="66717"/>
                      <a:pt x="348544" y="85959"/>
                      <a:pt x="324807" y="85959"/>
                    </a:cubicBezTo>
                    <a:lnTo>
                      <a:pt x="42980" y="85959"/>
                    </a:lnTo>
                    <a:cubicBezTo>
                      <a:pt x="19243" y="85959"/>
                      <a:pt x="0" y="66717"/>
                      <a:pt x="0" y="42980"/>
                    </a:cubicBezTo>
                    <a:lnTo>
                      <a:pt x="0" y="42980"/>
                    </a:lnTo>
                    <a:cubicBezTo>
                      <a:pt x="0" y="19243"/>
                      <a:pt x="19243" y="0"/>
                      <a:pt x="42980" y="0"/>
                    </a:cubicBezTo>
                    <a:close/>
                  </a:path>
                </a:pathLst>
              </a:custGeom>
              <a:solidFill>
                <a:srgbClr val="292929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57150"/>
                <a:ext cx="367786" cy="14310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3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3" name="TextBox 23">
              <a:hlinkClick r:id="rId8" action="ppaction://hlinksldjump"/>
            </p:cNvPr>
            <p:cNvSpPr txBox="1"/>
            <p:nvPr/>
          </p:nvSpPr>
          <p:spPr>
            <a:xfrm>
              <a:off x="448671" y="-6144"/>
              <a:ext cx="3494312" cy="94345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86"/>
                </a:lnSpc>
              </a:pPr>
              <a:r>
                <a:rPr lang="en-US" sz="4204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About us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79381" y="3677440"/>
            <a:ext cx="3293741" cy="769828"/>
            <a:chOff x="0" y="0"/>
            <a:chExt cx="4391655" cy="1026437"/>
          </a:xfrm>
        </p:grpSpPr>
        <p:grpSp>
          <p:nvGrpSpPr>
            <p:cNvPr id="25" name="Group 25"/>
            <p:cNvGrpSpPr/>
            <p:nvPr/>
          </p:nvGrpSpPr>
          <p:grpSpPr>
            <a:xfrm>
              <a:off x="0" y="0"/>
              <a:ext cx="4391655" cy="1026437"/>
              <a:chOff x="0" y="0"/>
              <a:chExt cx="367786" cy="85961"/>
            </a:xfrm>
          </p:grpSpPr>
          <p:sp>
            <p:nvSpPr>
              <p:cNvPr id="26" name="Freeform 26">
                <a:hlinkClick r:id="rId9" action="ppaction://hlinksldjump"/>
              </p:cNvPr>
              <p:cNvSpPr/>
              <p:nvPr/>
            </p:nvSpPr>
            <p:spPr>
              <a:xfrm>
                <a:off x="0" y="0"/>
                <a:ext cx="367786" cy="85961"/>
              </a:xfrm>
              <a:custGeom>
                <a:avLst/>
                <a:gdLst/>
                <a:ahLst/>
                <a:cxnLst/>
                <a:rect l="l" t="t" r="r" b="b"/>
                <a:pathLst>
                  <a:path w="367786" h="85961">
                    <a:moveTo>
                      <a:pt x="42980" y="0"/>
                    </a:moveTo>
                    <a:lnTo>
                      <a:pt x="324806" y="0"/>
                    </a:lnTo>
                    <a:cubicBezTo>
                      <a:pt x="336205" y="0"/>
                      <a:pt x="347137" y="4528"/>
                      <a:pt x="355198" y="12589"/>
                    </a:cubicBezTo>
                    <a:cubicBezTo>
                      <a:pt x="363258" y="20649"/>
                      <a:pt x="367786" y="31581"/>
                      <a:pt x="367786" y="42980"/>
                    </a:cubicBezTo>
                    <a:lnTo>
                      <a:pt x="367786" y="42980"/>
                    </a:lnTo>
                    <a:cubicBezTo>
                      <a:pt x="367786" y="66718"/>
                      <a:pt x="348543" y="85961"/>
                      <a:pt x="324806" y="85961"/>
                    </a:cubicBezTo>
                    <a:lnTo>
                      <a:pt x="42980" y="85961"/>
                    </a:lnTo>
                    <a:cubicBezTo>
                      <a:pt x="31581" y="85961"/>
                      <a:pt x="20649" y="81432"/>
                      <a:pt x="12589" y="73372"/>
                    </a:cubicBezTo>
                    <a:cubicBezTo>
                      <a:pt x="4528" y="65312"/>
                      <a:pt x="0" y="54379"/>
                      <a:pt x="0" y="42980"/>
                    </a:cubicBezTo>
                    <a:lnTo>
                      <a:pt x="0" y="42980"/>
                    </a:lnTo>
                    <a:cubicBezTo>
                      <a:pt x="0" y="31581"/>
                      <a:pt x="4528" y="20649"/>
                      <a:pt x="12589" y="12589"/>
                    </a:cubicBezTo>
                    <a:cubicBezTo>
                      <a:pt x="20649" y="4528"/>
                      <a:pt x="31581" y="0"/>
                      <a:pt x="42980" y="0"/>
                    </a:cubicBezTo>
                    <a:close/>
                  </a:path>
                </a:pathLst>
              </a:custGeom>
              <a:solidFill>
                <a:srgbClr val="292929"/>
              </a:solidFill>
              <a:ln cap="rnd">
                <a:noFill/>
                <a:prstDash val="solid"/>
                <a:round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0" y="-57150"/>
                <a:ext cx="367786" cy="1431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3734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8" name="TextBox 28"/>
            <p:cNvSpPr txBox="1"/>
            <p:nvPr/>
          </p:nvSpPr>
          <p:spPr>
            <a:xfrm>
              <a:off x="448671" y="-6144"/>
              <a:ext cx="3494312" cy="9434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886"/>
                </a:lnSpc>
              </a:pPr>
              <a:r>
                <a:rPr lang="en-US" sz="4204" b="1" dirty="0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Tariffs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 rot="-5400000">
            <a:off x="-2989525" y="7239198"/>
            <a:ext cx="4587468" cy="2121694"/>
            <a:chOff x="0" y="0"/>
            <a:chExt cx="906167" cy="4191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906167" cy="419100"/>
            </a:xfrm>
            <a:custGeom>
              <a:avLst/>
              <a:gdLst/>
              <a:ahLst/>
              <a:cxnLst/>
              <a:rect l="l" t="t" r="r" b="b"/>
              <a:pathLst>
                <a:path w="906167" h="419100">
                  <a:moveTo>
                    <a:pt x="31643" y="0"/>
                  </a:moveTo>
                  <a:lnTo>
                    <a:pt x="687254" y="0"/>
                  </a:lnTo>
                  <a:cubicBezTo>
                    <a:pt x="811235" y="0"/>
                    <a:pt x="906167" y="93819"/>
                    <a:pt x="906167" y="209550"/>
                  </a:cubicBezTo>
                  <a:cubicBezTo>
                    <a:pt x="906167" y="325281"/>
                    <a:pt x="811235" y="419100"/>
                    <a:pt x="687254" y="419100"/>
                  </a:cubicBezTo>
                  <a:lnTo>
                    <a:pt x="31643" y="419100"/>
                  </a:lnTo>
                  <a:cubicBezTo>
                    <a:pt x="23251" y="419100"/>
                    <a:pt x="15202" y="415766"/>
                    <a:pt x="9268" y="409832"/>
                  </a:cubicBezTo>
                  <a:cubicBezTo>
                    <a:pt x="3334" y="403898"/>
                    <a:pt x="0" y="395849"/>
                    <a:pt x="0" y="387457"/>
                  </a:cubicBezTo>
                  <a:lnTo>
                    <a:pt x="0" y="31643"/>
                  </a:lnTo>
                  <a:cubicBezTo>
                    <a:pt x="0" y="23251"/>
                    <a:pt x="3334" y="15202"/>
                    <a:pt x="9268" y="9268"/>
                  </a:cubicBezTo>
                  <a:cubicBezTo>
                    <a:pt x="15202" y="3334"/>
                    <a:pt x="23251" y="0"/>
                    <a:pt x="31643" y="0"/>
                  </a:cubicBezTo>
                  <a:close/>
                </a:path>
              </a:pathLst>
            </a:custGeom>
            <a:solidFill>
              <a:srgbClr val="4E4E4E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25400" y="-57150"/>
              <a:ext cx="677567" cy="4762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734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>
            <a:off x="14814765" y="6723812"/>
            <a:ext cx="2761471" cy="3563188"/>
          </a:xfrm>
          <a:custGeom>
            <a:avLst/>
            <a:gdLst/>
            <a:ahLst/>
            <a:cxnLst/>
            <a:rect l="l" t="t" r="r" b="b"/>
            <a:pathLst>
              <a:path w="2761471" h="3563188">
                <a:moveTo>
                  <a:pt x="0" y="0"/>
                </a:moveTo>
                <a:lnTo>
                  <a:pt x="2761471" y="0"/>
                </a:lnTo>
                <a:lnTo>
                  <a:pt x="2761471" y="3563188"/>
                </a:lnTo>
                <a:lnTo>
                  <a:pt x="0" y="35631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sp>
      <p:sp>
        <p:nvSpPr>
          <p:cNvPr id="33" name="TextBox 33"/>
          <p:cNvSpPr txBox="1"/>
          <p:nvPr/>
        </p:nvSpPr>
        <p:spPr>
          <a:xfrm>
            <a:off x="652316" y="8683146"/>
            <a:ext cx="3482280" cy="1090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36"/>
              </a:lnSpc>
            </a:pPr>
            <a:r>
              <a:rPr lang="en-US" sz="2730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Ул.Тодеричная</a:t>
            </a:r>
          </a:p>
          <a:p>
            <a:pPr algn="ctr">
              <a:lnSpc>
                <a:spcPts val="4436"/>
              </a:lnSpc>
              <a:spcBef>
                <a:spcPct val="0"/>
              </a:spcBef>
            </a:pPr>
            <a:r>
              <a:rPr lang="en-US" sz="2730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+373 06 98 64 657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47254" y="10259169"/>
            <a:ext cx="5541169" cy="1361183"/>
            <a:chOff x="0" y="0"/>
            <a:chExt cx="7388225" cy="18149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388225" cy="1814830"/>
            </a:xfrm>
            <a:custGeom>
              <a:avLst/>
              <a:gdLst/>
              <a:ahLst/>
              <a:cxnLst/>
              <a:rect l="l" t="t" r="r" b="b"/>
              <a:pathLst>
                <a:path w="7388225" h="1814830">
                  <a:moveTo>
                    <a:pt x="0" y="36957"/>
                  </a:moveTo>
                  <a:cubicBezTo>
                    <a:pt x="0" y="16510"/>
                    <a:pt x="16510" y="0"/>
                    <a:pt x="36957" y="0"/>
                  </a:cubicBezTo>
                  <a:lnTo>
                    <a:pt x="7351268" y="0"/>
                  </a:lnTo>
                  <a:cubicBezTo>
                    <a:pt x="7371715" y="0"/>
                    <a:pt x="7388225" y="16510"/>
                    <a:pt x="7388225" y="36957"/>
                  </a:cubicBezTo>
                  <a:lnTo>
                    <a:pt x="7388225" y="1777873"/>
                  </a:lnTo>
                  <a:cubicBezTo>
                    <a:pt x="7388225" y="1798320"/>
                    <a:pt x="7371715" y="1814830"/>
                    <a:pt x="7351268" y="1814830"/>
                  </a:cubicBezTo>
                  <a:lnTo>
                    <a:pt x="36957" y="1814830"/>
                  </a:lnTo>
                  <a:cubicBezTo>
                    <a:pt x="16510" y="1814830"/>
                    <a:pt x="0" y="1798320"/>
                    <a:pt x="0" y="1777873"/>
                  </a:cubicBezTo>
                  <a:close/>
                </a:path>
              </a:pathLst>
            </a:custGeom>
            <a:solidFill>
              <a:srgbClr val="F0EAEA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6373266" y="10259169"/>
            <a:ext cx="5541317" cy="1361183"/>
            <a:chOff x="0" y="0"/>
            <a:chExt cx="7388423" cy="181491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88351" cy="1814830"/>
            </a:xfrm>
            <a:custGeom>
              <a:avLst/>
              <a:gdLst/>
              <a:ahLst/>
              <a:cxnLst/>
              <a:rect l="l" t="t" r="r" b="b"/>
              <a:pathLst>
                <a:path w="7388351" h="1814830">
                  <a:moveTo>
                    <a:pt x="0" y="36957"/>
                  </a:moveTo>
                  <a:cubicBezTo>
                    <a:pt x="0" y="16510"/>
                    <a:pt x="16510" y="0"/>
                    <a:pt x="36957" y="0"/>
                  </a:cubicBezTo>
                  <a:lnTo>
                    <a:pt x="7351395" y="0"/>
                  </a:lnTo>
                  <a:cubicBezTo>
                    <a:pt x="7371842" y="0"/>
                    <a:pt x="7388351" y="16510"/>
                    <a:pt x="7388351" y="36957"/>
                  </a:cubicBezTo>
                  <a:lnTo>
                    <a:pt x="7388351" y="1777873"/>
                  </a:lnTo>
                  <a:cubicBezTo>
                    <a:pt x="7388351" y="1798320"/>
                    <a:pt x="7371842" y="1814830"/>
                    <a:pt x="7351395" y="1814830"/>
                  </a:cubicBezTo>
                  <a:lnTo>
                    <a:pt x="36957" y="1814830"/>
                  </a:lnTo>
                  <a:cubicBezTo>
                    <a:pt x="16510" y="1814830"/>
                    <a:pt x="0" y="1798320"/>
                    <a:pt x="0" y="1777873"/>
                  </a:cubicBezTo>
                  <a:close/>
                </a:path>
              </a:pathLst>
            </a:custGeom>
            <a:solidFill>
              <a:srgbClr val="F0EAE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2099429" y="10259169"/>
            <a:ext cx="5541169" cy="1361183"/>
            <a:chOff x="0" y="0"/>
            <a:chExt cx="7388225" cy="18149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7388225" cy="1814830"/>
            </a:xfrm>
            <a:custGeom>
              <a:avLst/>
              <a:gdLst/>
              <a:ahLst/>
              <a:cxnLst/>
              <a:rect l="l" t="t" r="r" b="b"/>
              <a:pathLst>
                <a:path w="7388225" h="1814830">
                  <a:moveTo>
                    <a:pt x="0" y="36957"/>
                  </a:moveTo>
                  <a:cubicBezTo>
                    <a:pt x="0" y="16510"/>
                    <a:pt x="16510" y="0"/>
                    <a:pt x="36957" y="0"/>
                  </a:cubicBezTo>
                  <a:lnTo>
                    <a:pt x="7351268" y="0"/>
                  </a:lnTo>
                  <a:cubicBezTo>
                    <a:pt x="7371715" y="0"/>
                    <a:pt x="7388225" y="16510"/>
                    <a:pt x="7388225" y="36957"/>
                  </a:cubicBezTo>
                  <a:lnTo>
                    <a:pt x="7388225" y="1777873"/>
                  </a:lnTo>
                  <a:cubicBezTo>
                    <a:pt x="7388225" y="1798320"/>
                    <a:pt x="7371715" y="1814830"/>
                    <a:pt x="7351268" y="1814830"/>
                  </a:cubicBezTo>
                  <a:lnTo>
                    <a:pt x="36957" y="1814830"/>
                  </a:lnTo>
                  <a:cubicBezTo>
                    <a:pt x="16510" y="1814830"/>
                    <a:pt x="0" y="1798320"/>
                    <a:pt x="0" y="1777873"/>
                  </a:cubicBezTo>
                  <a:close/>
                </a:path>
              </a:pathLst>
            </a:custGeom>
            <a:solidFill>
              <a:srgbClr val="F0EAEA"/>
            </a:solidFill>
          </p:spPr>
        </p:sp>
      </p:grpSp>
      <p:sp>
        <p:nvSpPr>
          <p:cNvPr id="8" name="Freeform 8"/>
          <p:cNvSpPr/>
          <p:nvPr/>
        </p:nvSpPr>
        <p:spPr>
          <a:xfrm>
            <a:off x="-2249470" y="-531067"/>
            <a:ext cx="24266310" cy="11374833"/>
          </a:xfrm>
          <a:custGeom>
            <a:avLst/>
            <a:gdLst/>
            <a:ahLst/>
            <a:cxnLst/>
            <a:rect l="l" t="t" r="r" b="b"/>
            <a:pathLst>
              <a:path w="24266310" h="11374833">
                <a:moveTo>
                  <a:pt x="0" y="0"/>
                </a:moveTo>
                <a:lnTo>
                  <a:pt x="24266310" y="0"/>
                </a:lnTo>
                <a:lnTo>
                  <a:pt x="24266310" y="11374833"/>
                </a:lnTo>
                <a:lnTo>
                  <a:pt x="0" y="1137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1631563" y="3167817"/>
            <a:ext cx="6476901" cy="6323075"/>
          </a:xfrm>
          <a:custGeom>
            <a:avLst/>
            <a:gdLst/>
            <a:ahLst/>
            <a:cxnLst/>
            <a:rect l="l" t="t" r="r" b="b"/>
            <a:pathLst>
              <a:path w="6476901" h="6323075">
                <a:moveTo>
                  <a:pt x="0" y="0"/>
                </a:moveTo>
                <a:lnTo>
                  <a:pt x="6476901" y="0"/>
                </a:lnTo>
                <a:lnTo>
                  <a:pt x="6476901" y="6323075"/>
                </a:lnTo>
                <a:lnTo>
                  <a:pt x="0" y="6323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01070" y="470446"/>
            <a:ext cx="3384753" cy="1344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671"/>
              </a:lnSpc>
            </a:pPr>
            <a:r>
              <a:rPr lang="en-US" sz="8596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О нас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635165" y="823519"/>
            <a:ext cx="5922009" cy="9914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56"/>
              </a:lnSpc>
            </a:pPr>
            <a:r>
              <a:rPr lang="en-US" sz="6328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Наша миссия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9338" y="2295307"/>
            <a:ext cx="5448217" cy="52231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8"/>
              </a:lnSpc>
            </a:pPr>
            <a:r>
              <a:rPr lang="en-US" sz="3237">
                <a:solidFill>
                  <a:srgbClr val="F0EAEA"/>
                </a:solidFill>
                <a:latin typeface="Tomorrow"/>
                <a:ea typeface="Tomorrow"/>
                <a:cs typeface="Tomorrow"/>
                <a:sym typeface="Tomorrow"/>
              </a:rPr>
              <a:t>Мы создали приложение, которое делает фитнес доступным каждому человеку, независимо от уровня подготовки и времени. Цель — помочь вам найти силу в себе и достичь результатов.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99968" y="243267"/>
            <a:ext cx="4154909" cy="1808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375"/>
              </a:lnSpc>
            </a:pPr>
            <a:r>
              <a:rPr lang="en-US" sz="5941" b="1">
                <a:solidFill>
                  <a:srgbClr val="FFFFFF"/>
                </a:solidFill>
                <a:latin typeface="Tomorrow Bold"/>
                <a:ea typeface="Tomorrow Bold"/>
                <a:cs typeface="Tomorrow Bold"/>
                <a:sym typeface="Tomorrow Bold"/>
              </a:rPr>
              <a:t>Основные функции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817555" y="2285782"/>
            <a:ext cx="5519736" cy="1405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8713" lvl="1" indent="-269356" algn="l">
              <a:lnSpc>
                <a:spcPts val="5746"/>
              </a:lnSpc>
              <a:buFont typeface="Arial"/>
              <a:buChar char="•"/>
            </a:pPr>
            <a:r>
              <a:rPr lang="en-US" sz="3572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Индивидуальные тренировки под вас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817555" y="3971610"/>
            <a:ext cx="6454116" cy="1378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492" lvl="1" indent="-266746" algn="l">
              <a:lnSpc>
                <a:spcPts val="5690"/>
              </a:lnSpc>
              <a:buFont typeface="Arial"/>
              <a:buChar char="•"/>
            </a:pPr>
            <a:r>
              <a:rPr lang="en-US" sz="3537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Дневник питания и контроль калорий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722229" y="5548110"/>
            <a:ext cx="5615062" cy="2094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28367" lvl="1" indent="-264183" algn="l">
              <a:lnSpc>
                <a:spcPts val="5636"/>
              </a:lnSpc>
              <a:buFont typeface="Arial"/>
              <a:buChar char="•"/>
            </a:pPr>
            <a:r>
              <a:rPr lang="en-US" sz="3503">
                <a:solidFill>
                  <a:srgbClr val="F0EAEA"/>
                </a:solidFill>
                <a:latin typeface="Tomorrow"/>
                <a:ea typeface="Tomorrow"/>
                <a:cs typeface="Tomorrow"/>
                <a:sym typeface="Tomorrow"/>
              </a:rPr>
              <a:t>Онлайн-поддержка профессиональных тренеров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817555" y="7947759"/>
            <a:ext cx="5912185" cy="2092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492" lvl="1" indent="-266746" algn="l">
              <a:lnSpc>
                <a:spcPts val="5690"/>
              </a:lnSpc>
              <a:buFont typeface="Arial"/>
              <a:buChar char="•"/>
            </a:pPr>
            <a:r>
              <a:rPr lang="en-US" sz="3537">
                <a:solidFill>
                  <a:srgbClr val="FCFCFC"/>
                </a:solidFill>
                <a:latin typeface="Tomorrow"/>
                <a:ea typeface="Tomorrow"/>
                <a:cs typeface="Tomorrow"/>
                <a:sym typeface="Tomorrow"/>
              </a:rPr>
              <a:t>Отслеживание прогресса в реальном времени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558111" y="10434489"/>
            <a:ext cx="2566541" cy="29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Персональный подход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558111" y="10777091"/>
            <a:ext cx="5171629" cy="658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Рекомендации адаптируются под ваши цели и возможности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284274" y="10434489"/>
            <a:ext cx="2311896" cy="298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49"/>
              </a:lnSpc>
            </a:pPr>
            <a:r>
              <a:rPr lang="en-US" sz="1812" b="1">
                <a:solidFill>
                  <a:srgbClr val="61615C"/>
                </a:solidFill>
                <a:latin typeface="Tomorrow Bold"/>
                <a:ea typeface="Tomorrow Bold"/>
                <a:cs typeface="Tomorrow Bold"/>
                <a:sym typeface="Tomorrow Bold"/>
              </a:rPr>
              <a:t>Для всех уровней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284274" y="10777091"/>
            <a:ext cx="5171480" cy="6584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12"/>
              </a:lnSpc>
            </a:pPr>
            <a:r>
              <a:rPr lang="en-US" sz="1437">
                <a:solidFill>
                  <a:srgbClr val="61615C"/>
                </a:solidFill>
                <a:latin typeface="Tomorrow"/>
                <a:ea typeface="Tomorrow"/>
                <a:cs typeface="Tomorrow"/>
                <a:sym typeface="Tomorrow"/>
              </a:rPr>
              <a:t>От новичков до опытных спортсменов — программа подойдёт каждому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635165" y="2276257"/>
            <a:ext cx="4521696" cy="677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87"/>
              </a:lnSpc>
              <a:spcBef>
                <a:spcPct val="0"/>
              </a:spcBef>
            </a:pPr>
            <a:r>
              <a:rPr lang="en-US" sz="3499">
                <a:solidFill>
                  <a:srgbClr val="FFFFFF"/>
                </a:solidFill>
                <a:latin typeface="Tomorrow"/>
                <a:ea typeface="Tomorrow"/>
                <a:cs typeface="Tomorrow"/>
                <a:sym typeface="Tomorrow"/>
              </a:rPr>
              <a:t>Изменить ваше тело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3337350" y="-784720"/>
            <a:ext cx="24266310" cy="11374833"/>
          </a:xfrm>
          <a:custGeom>
            <a:avLst/>
            <a:gdLst/>
            <a:ahLst/>
            <a:cxnLst/>
            <a:rect l="l" t="t" r="r" b="b"/>
            <a:pathLst>
              <a:path w="24266310" h="11374833">
                <a:moveTo>
                  <a:pt x="0" y="0"/>
                </a:moveTo>
                <a:lnTo>
                  <a:pt x="24266310" y="0"/>
                </a:lnTo>
                <a:lnTo>
                  <a:pt x="24266310" y="11374833"/>
                </a:lnTo>
                <a:lnTo>
                  <a:pt x="0" y="113748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7763828" y="4152602"/>
            <a:ext cx="4673501" cy="2515791"/>
            <a:chOff x="0" y="0"/>
            <a:chExt cx="6231335" cy="335438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231255" cy="3354324"/>
            </a:xfrm>
            <a:custGeom>
              <a:avLst/>
              <a:gdLst/>
              <a:ahLst/>
              <a:cxnLst/>
              <a:rect l="l" t="t" r="r" b="b"/>
              <a:pathLst>
                <a:path w="6231255" h="3354324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6179185" y="0"/>
                  </a:lnTo>
                  <a:cubicBezTo>
                    <a:pt x="6208014" y="0"/>
                    <a:pt x="6231255" y="23368"/>
                    <a:pt x="6231255" y="52070"/>
                  </a:cubicBezTo>
                  <a:lnTo>
                    <a:pt x="6231255" y="3302254"/>
                  </a:lnTo>
                  <a:cubicBezTo>
                    <a:pt x="6231255" y="3331083"/>
                    <a:pt x="6207887" y="3354324"/>
                    <a:pt x="6179185" y="3354324"/>
                  </a:cubicBezTo>
                  <a:lnTo>
                    <a:pt x="52070" y="3354324"/>
                  </a:lnTo>
                  <a:cubicBezTo>
                    <a:pt x="23241" y="3354324"/>
                    <a:pt x="0" y="3330956"/>
                    <a:pt x="0" y="3302254"/>
                  </a:cubicBezTo>
                  <a:close/>
                </a:path>
              </a:pathLst>
            </a:custGeom>
            <a:solidFill>
              <a:srgbClr val="F0EAEA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703076" y="4126484"/>
            <a:ext cx="4673650" cy="2515791"/>
            <a:chOff x="0" y="0"/>
            <a:chExt cx="6231533" cy="335438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231509" cy="3354324"/>
            </a:xfrm>
            <a:custGeom>
              <a:avLst/>
              <a:gdLst/>
              <a:ahLst/>
              <a:cxnLst/>
              <a:rect l="l" t="t" r="r" b="b"/>
              <a:pathLst>
                <a:path w="6231509" h="3354324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6179439" y="0"/>
                  </a:lnTo>
                  <a:cubicBezTo>
                    <a:pt x="6208268" y="0"/>
                    <a:pt x="6231509" y="23368"/>
                    <a:pt x="6231509" y="52070"/>
                  </a:cubicBezTo>
                  <a:lnTo>
                    <a:pt x="6231509" y="3302254"/>
                  </a:lnTo>
                  <a:cubicBezTo>
                    <a:pt x="6231509" y="3331083"/>
                    <a:pt x="6208141" y="3354324"/>
                    <a:pt x="6179439" y="3354324"/>
                  </a:cubicBezTo>
                  <a:lnTo>
                    <a:pt x="52070" y="3354324"/>
                  </a:lnTo>
                  <a:cubicBezTo>
                    <a:pt x="23241" y="3354324"/>
                    <a:pt x="0" y="3330956"/>
                    <a:pt x="0" y="3302254"/>
                  </a:cubicBezTo>
                  <a:close/>
                </a:path>
              </a:pathLst>
            </a:custGeom>
            <a:solidFill>
              <a:srgbClr val="F0EAEA"/>
            </a:solidFill>
          </p:spPr>
        </p:sp>
      </p:grpSp>
      <p:grpSp>
        <p:nvGrpSpPr>
          <p:cNvPr id="7" name="Group 7"/>
          <p:cNvGrpSpPr/>
          <p:nvPr/>
        </p:nvGrpSpPr>
        <p:grpSpPr>
          <a:xfrm>
            <a:off x="7800023" y="7133986"/>
            <a:ext cx="9607451" cy="2515791"/>
            <a:chOff x="0" y="0"/>
            <a:chExt cx="12809935" cy="3354388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2809855" cy="3354324"/>
            </a:xfrm>
            <a:custGeom>
              <a:avLst/>
              <a:gdLst/>
              <a:ahLst/>
              <a:cxnLst/>
              <a:rect l="l" t="t" r="r" b="b"/>
              <a:pathLst>
                <a:path w="12809855" h="3354324">
                  <a:moveTo>
                    <a:pt x="0" y="52070"/>
                  </a:moveTo>
                  <a:cubicBezTo>
                    <a:pt x="0" y="23368"/>
                    <a:pt x="23368" y="0"/>
                    <a:pt x="52070" y="0"/>
                  </a:cubicBezTo>
                  <a:lnTo>
                    <a:pt x="12757785" y="0"/>
                  </a:lnTo>
                  <a:cubicBezTo>
                    <a:pt x="12786614" y="0"/>
                    <a:pt x="12809855" y="23368"/>
                    <a:pt x="12809855" y="52070"/>
                  </a:cubicBezTo>
                  <a:lnTo>
                    <a:pt x="12809855" y="3302254"/>
                  </a:lnTo>
                  <a:cubicBezTo>
                    <a:pt x="12809855" y="3331083"/>
                    <a:pt x="12786487" y="3354324"/>
                    <a:pt x="12757785" y="3354324"/>
                  </a:cubicBezTo>
                  <a:lnTo>
                    <a:pt x="52070" y="3354324"/>
                  </a:lnTo>
                  <a:cubicBezTo>
                    <a:pt x="23241" y="3354324"/>
                    <a:pt x="0" y="3330956"/>
                    <a:pt x="0" y="3302254"/>
                  </a:cubicBezTo>
                  <a:close/>
                </a:path>
              </a:pathLst>
            </a:custGeom>
            <a:solidFill>
              <a:srgbClr val="F0EAEA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269169" y="1995184"/>
            <a:ext cx="6976231" cy="6191405"/>
          </a:xfrm>
          <a:custGeom>
            <a:avLst/>
            <a:gdLst/>
            <a:ahLst/>
            <a:cxnLst/>
            <a:rect l="l" t="t" r="r" b="b"/>
            <a:pathLst>
              <a:path w="6976231" h="6191405">
                <a:moveTo>
                  <a:pt x="0" y="0"/>
                </a:moveTo>
                <a:lnTo>
                  <a:pt x="6976231" y="0"/>
                </a:lnTo>
                <a:lnTo>
                  <a:pt x="6976231" y="6191405"/>
                </a:lnTo>
                <a:lnTo>
                  <a:pt x="0" y="61914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7738197" y="267367"/>
            <a:ext cx="9612899" cy="3644431"/>
            <a:chOff x="0" y="0"/>
            <a:chExt cx="2531792" cy="9598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531792" cy="959850"/>
            </a:xfrm>
            <a:custGeom>
              <a:avLst/>
              <a:gdLst/>
              <a:ahLst/>
              <a:cxnLst/>
              <a:rect l="l" t="t" r="r" b="b"/>
              <a:pathLst>
                <a:path w="2531792" h="959850">
                  <a:moveTo>
                    <a:pt x="0" y="0"/>
                  </a:moveTo>
                  <a:lnTo>
                    <a:pt x="2531792" y="0"/>
                  </a:lnTo>
                  <a:lnTo>
                    <a:pt x="2531792" y="959850"/>
                  </a:lnTo>
                  <a:lnTo>
                    <a:pt x="0" y="959850"/>
                  </a:lnTo>
                  <a:close/>
                </a:path>
              </a:pathLst>
            </a:custGeom>
            <a:solidFill>
              <a:srgbClr val="61615C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95250"/>
              <a:ext cx="2531792" cy="10551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5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7884882" y="424755"/>
            <a:ext cx="9064526" cy="1675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23"/>
              </a:lnSpc>
            </a:pPr>
            <a:r>
              <a:rPr lang="en-US" sz="5325" b="1">
                <a:solidFill>
                  <a:srgbClr val="1D1D1B"/>
                </a:solidFill>
                <a:latin typeface="Tomorrow Bold"/>
                <a:ea typeface="Tomorrow Bold"/>
                <a:cs typeface="Tomorrow Bold"/>
                <a:sym typeface="Tomorrow Bold"/>
              </a:rPr>
              <a:t>Выберите подходящий план тренеровок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74392" y="2063105"/>
            <a:ext cx="9490025" cy="1687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49"/>
              </a:lnSpc>
            </a:pPr>
            <a:r>
              <a:rPr lang="en-US" sz="2799">
                <a:solidFill>
                  <a:srgbClr val="FCFCFC"/>
                </a:solidFill>
                <a:latin typeface="Tomorrow"/>
                <a:ea typeface="Tomorrow"/>
                <a:cs typeface="Tomorrow"/>
                <a:sym typeface="Tomorrow"/>
              </a:rPr>
              <a:t>Три тарифа, разработанные для разных целей и амбиций. Начните с бесплатного плана и переходите на премиум, когда вы готовы к большему.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024128" y="4191208"/>
            <a:ext cx="3254722" cy="41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Бесплатный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29575" y="4655105"/>
            <a:ext cx="4152900" cy="51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Базовые тренировки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024128" y="5262324"/>
            <a:ext cx="4152900" cy="51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Отслеживание шагов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029575" y="5869543"/>
            <a:ext cx="4152900" cy="51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Контроль калорий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51679" y="4178647"/>
            <a:ext cx="3254722" cy="395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Стандарт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963377" y="4690169"/>
            <a:ext cx="4153049" cy="51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Персональные планы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963376" y="5289129"/>
            <a:ext cx="4153049" cy="51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Советы по питанию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951679" y="5917168"/>
            <a:ext cx="4153049" cy="51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Чат с тренером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29575" y="7213550"/>
            <a:ext cx="3254722" cy="41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62" b="1">
                <a:solidFill>
                  <a:srgbClr val="000000"/>
                </a:solidFill>
                <a:latin typeface="Tomorrow Bold"/>
                <a:ea typeface="Tomorrow Bold"/>
                <a:cs typeface="Tomorrow Bold"/>
                <a:sym typeface="Tomorrow Bold"/>
              </a:rPr>
              <a:t>Премиум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029575" y="7727602"/>
            <a:ext cx="9086850" cy="51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Видеотренировки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029575" y="8846790"/>
            <a:ext cx="9086850" cy="51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Контроль прогресса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029575" y="8287196"/>
            <a:ext cx="9086850" cy="5119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1625" lvl="1" indent="-150812" algn="l">
              <a:lnSpc>
                <a:spcPts val="3250"/>
              </a:lnSpc>
              <a:buFont typeface="Arial"/>
              <a:buChar char="•"/>
            </a:pPr>
            <a:r>
              <a:rPr lang="en-US" sz="2000">
                <a:solidFill>
                  <a:srgbClr val="000000"/>
                </a:solidFill>
                <a:latin typeface="Tomorrow"/>
                <a:ea typeface="Tomorrow"/>
                <a:cs typeface="Tomorrow"/>
                <a:sym typeface="Tomorrow"/>
              </a:rPr>
              <a:t>Синхронизация часов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155</Words>
  <Application>Microsoft Office PowerPoint</Application>
  <PresentationFormat>Произвольный</PresentationFormat>
  <Paragraphs>42</Paragraphs>
  <Slides>3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</vt:i4>
      </vt:variant>
    </vt:vector>
  </HeadingPairs>
  <TitlesOfParts>
    <vt:vector size="9" baseType="lpstr">
      <vt:lpstr>Arimo Bold</vt:lpstr>
      <vt:lpstr>Tomorrow</vt:lpstr>
      <vt:lpstr>Calibri</vt:lpstr>
      <vt:lpstr>Tomorrow Bold</vt:lpstr>
      <vt:lpstr>Arial</vt:lpstr>
      <vt:lpstr>Office Theme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Tvoya-forma-tvoya-sila (1).pptx</dc:title>
  <cp:lastModifiedBy>Admin</cp:lastModifiedBy>
  <cp:revision>2</cp:revision>
  <dcterms:created xsi:type="dcterms:W3CDTF">2006-08-16T00:00:00Z</dcterms:created>
  <dcterms:modified xsi:type="dcterms:W3CDTF">2025-11-04T20:03:09Z</dcterms:modified>
  <dc:identifier>DAG3w2dh1pA</dc:identifier>
</cp:coreProperties>
</file>